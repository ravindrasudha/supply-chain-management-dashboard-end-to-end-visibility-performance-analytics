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ublic.tableau.com/views/SupplyChainPerformanceQualityAnalyticsDashboard/Dashboard1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3B4EBD46-61DC-4C61-9FF5-E67EFDB1E31E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gb">
                <a:hlinkClick r:id="rId6"/>
              </a:rPr>
              <a:t>Supply Chain Performance &amp; Quality Analytics Dashboard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2F88AD2D-0925-432F-913A-4140BBACB680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2/2/2026 4:43:15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1" id="2" name="slide2">
            <a:extLst>
              <a:ext uri="{FF2B5EF4-FFF2-40B4-BE49-F238E27FC236}">
                <a16:creationId xmlns:a16="http://schemas.microsoft.com/office/drawing/2014/main" id="{3EEC963B-8080-4D84-9410-A39963F71BA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2845" y="0"/>
            <a:ext cx="87463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2026-02-02T16:43:15Z</dcterms:created>
  <dcterms:modified xsi:type="dcterms:W3CDTF">2026-02-02T16:43:15Z</dcterms:modified>
</cp:coreProperties>
</file>